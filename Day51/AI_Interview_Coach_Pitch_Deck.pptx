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INTERVIEW COACH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AI-powered interview practice for job seekers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 | 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prep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banks and templated lists don't adapt to a candidate's target role or background.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feedback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26440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mock interviews are inconsistent, and there's rarely anyone available to give structured, honest feedback.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progress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68172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can't tell if they're actually improving between practice sessions.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0" y="146304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8288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589520" y="2971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job seekers report feeling unprepared or unsure about their interview performance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42976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 — the underlying pain point (uncertainty about interview readiness) is well documented among students and career changers.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27327A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Engineering Students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internship and campus placement interviews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27327A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0574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for technical roles: Software Engineer, Data Analyst, Data Scientist, Frontend Developer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27327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20574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412480" y="2788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3832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grads and career changers building interview confidence from scratch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practice platform that generates realistic questions and gives detailed, structured feedback — instantly.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Role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Software Engineer, Data Analyst, Data Scientist, or Frontend Developer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81528" y="35204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19272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3502152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(Optional)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02152" y="3429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job description or upload a resume for tailored questions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52160" y="35204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9904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8504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1850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272784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72784" y="3429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AI-generated questions in text, one at a 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22792" y="35204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0536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23" name="Shape 21"/>
          <p:cNvSpPr/>
          <p:nvPr/>
        </p:nvSpPr>
        <p:spPr>
          <a:xfrm>
            <a:off x="9089136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0891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9043416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Feedback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043416" y="3429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detailed AI evaluation with score, strengths, and improvement tips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9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Question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by default; personalized further with an optional job description or resume upload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9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AI Feedback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strengths, weaknesses, an improved sample answer, and a confidence rating for every response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818388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Depth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clarity, organization, and technical depth — not just a pass/fail score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8404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Insight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role-relevant keywords included and missed in each answer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24" name="Shape 22"/>
          <p:cNvSpPr/>
          <p:nvPr/>
        </p:nvSpPr>
        <p:spPr>
          <a:xfrm>
            <a:off x="4480560" y="38404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90" dirty="0"/>
          </a:p>
        </p:txBody>
      </p:sp>
      <p:sp>
        <p:nvSpPr>
          <p:cNvPr id="26" name="Text 24"/>
          <p:cNvSpPr/>
          <p:nvPr/>
        </p:nvSpPr>
        <p:spPr>
          <a:xfrm>
            <a:off x="448056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4754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practice session — questions, answers, and feedback — saved for later 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29" name="Shape 27"/>
          <p:cNvSpPr/>
          <p:nvPr/>
        </p:nvSpPr>
        <p:spPr>
          <a:xfrm>
            <a:off x="8183880" y="38404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90" dirty="0"/>
          </a:p>
        </p:txBody>
      </p:sp>
      <p:sp>
        <p:nvSpPr>
          <p:cNvPr id="31" name="Text 29"/>
          <p:cNvSpPr/>
          <p:nvPr/>
        </p:nvSpPr>
        <p:spPr>
          <a:xfrm>
            <a:off x="818388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83880" y="4754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sessions, average score, highest score, and a score trend chart over 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27327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clean, interactive UI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lightweight local data storage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AI-provider layer — Claude API today, swappable to other LLMs later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session analytics and score trends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— resume text extraction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27327A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Highlights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14884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JSON-output prompt design for reliable, parseable feedback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Multi-field evaluation: score, strengths, weaknesses, improved answer, keywords, confidence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logic that adapts prompts to an optional job description or resume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parsing to handle model output variability gracefully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is intentionally focused. These are natural next steps once the core experience is validated.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answers naturally; transcribed and evaluated the same way as 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3502152" y="28803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2152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candidate evaluation, comparison, and ranking dashboards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6318504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6272784" y="28803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Accounts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2784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per-user cloud-hosted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0536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9089136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0891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9043416" y="28803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43416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Skill-category breakdowns, keyword trends, personalized learning paths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029200" cy="50292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9326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high-quality interview preparation accessible to every job seeker — not just those with access to mentors or mock-interview networks — by turning a large language model into a patient, structured, always-available interview coach.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493776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portfolio capstone demonstrating end-to-end AI product development — from problem discovery to a deployed, working v1.0.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Interview Coach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deployed v1.0 in 10 days.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3794760"/>
            <a:ext cx="2194560" cy="27432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GitHub Repository · Portfolio Case Study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2026-07-26T14:23:53Z</dcterms:created>
  <dcterms:modified xsi:type="dcterms:W3CDTF">2026-07-26T14:23:53Z</dcterms:modified>
</cp:coreProperties>
</file>